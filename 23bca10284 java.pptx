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</p:sldMasterIdLst>
  <p:notesMasterIdLst>
    <p:notesMasterId r:id="rId13"/>
  </p:notesMasterIdLst>
  <p:sldIdLst>
    <p:sldId id="388" r:id="rId3"/>
    <p:sldId id="389" r:id="rId4"/>
    <p:sldId id="408" r:id="rId5"/>
    <p:sldId id="416" r:id="rId6"/>
    <p:sldId id="417" r:id="rId7"/>
    <p:sldId id="418" r:id="rId8"/>
    <p:sldId id="419" r:id="rId9"/>
    <p:sldId id="420" r:id="rId10"/>
    <p:sldId id="421" r:id="rId11"/>
    <p:sldId id="3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58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fld id="{31241A47-E88A-45AE-8E11-E572B696816A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fld id="{F6357E56-7382-40CD-8823-AA0D67E262C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7464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60240-26D8-4DB8-AA37-2F8E8E94327A}" type="datetimeFigureOut">
              <a:rPr lang="en-IN" smtClean="0"/>
              <a:pPr/>
              <a:t>21-04-2026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3C579-D5CF-438A-8FF1-9C0BC3E8A2F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9444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60240-26D8-4DB8-AA37-2F8E8E94327A}" type="datetimeFigureOut">
              <a:rPr lang="en-IN" smtClean="0"/>
              <a:pPr/>
              <a:t>21-04-2026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3C579-D5CF-438A-8FF1-9C0BC3E8A2F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3838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60240-26D8-4DB8-AA37-2F8E8E94327A}" type="datetimeFigureOut">
              <a:rPr lang="en-IN" smtClean="0"/>
              <a:pPr/>
              <a:t>21-04-2026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3C579-D5CF-438A-8FF1-9C0BC3E8A2F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1960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60240-26D8-4DB8-AA37-2F8E8E94327A}" type="datetimeFigureOut">
              <a:rPr lang="en-IN" smtClean="0"/>
              <a:pPr/>
              <a:t>21-04-2026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3C579-D5CF-438A-8FF1-9C0BC3E8A2F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5613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60240-26D8-4DB8-AA37-2F8E8E94327A}" type="datetimeFigureOut">
              <a:rPr lang="en-IN" smtClean="0"/>
              <a:pPr/>
              <a:t>21-04-2026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3C579-D5CF-438A-8FF1-9C0BC3E8A2F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1878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60240-26D8-4DB8-AA37-2F8E8E94327A}" type="datetimeFigureOut">
              <a:rPr lang="en-IN" smtClean="0"/>
              <a:pPr/>
              <a:t>21-04-2026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3C579-D5CF-438A-8FF1-9C0BC3E8A2F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7622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60240-26D8-4DB8-AA37-2F8E8E94327A}" type="datetimeFigureOut">
              <a:rPr lang="en-IN" smtClean="0"/>
              <a:pPr/>
              <a:t>21-04-2026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3C579-D5CF-438A-8FF1-9C0BC3E8A2F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335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60240-26D8-4DB8-AA37-2F8E8E94327A}" type="datetimeFigureOut">
              <a:rPr lang="en-IN" smtClean="0"/>
              <a:pPr/>
              <a:t>21-04-2026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3C579-D5CF-438A-8FF1-9C0BC3E8A2F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5470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60240-26D8-4DB8-AA37-2F8E8E94327A}" type="datetimeFigureOut">
              <a:rPr lang="en-IN" smtClean="0"/>
              <a:pPr/>
              <a:t>21-04-2026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3C579-D5CF-438A-8FF1-9C0BC3E8A2F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4524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60240-26D8-4DB8-AA37-2F8E8E94327A}" type="datetimeFigureOut">
              <a:rPr lang="en-IN" smtClean="0"/>
              <a:pPr/>
              <a:t>21-04-2026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3C579-D5CF-438A-8FF1-9C0BC3E8A2F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7042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60240-26D8-4DB8-AA37-2F8E8E94327A}" type="datetimeFigureOut">
              <a:rPr lang="en-IN" smtClean="0"/>
              <a:pPr/>
              <a:t>21-04-2026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3C579-D5CF-438A-8FF1-9C0BC3E8A2F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65898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>
              <a:latin typeface="Times New Roman" panose="02020603050405020304" pitchFamily="18" charset="0"/>
            </a:endParaRPr>
          </a:p>
        </p:txBody>
      </p:sp>
      <p:sp>
        <p:nvSpPr>
          <p:cNvPr id="4" name="Прямоугольник 8"/>
          <p:cNvSpPr/>
          <p:nvPr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>
              <a:latin typeface="Times New Roman" panose="02020603050405020304" pitchFamily="18" charset="0"/>
            </a:endParaRPr>
          </a:p>
        </p:txBody>
      </p:sp>
      <p:sp>
        <p:nvSpPr>
          <p:cNvPr id="5" name="Прямоугольник 3"/>
          <p:cNvSpPr/>
          <p:nvPr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>
              <a:latin typeface="Times New Roman" panose="02020603050405020304" pitchFamily="18" charset="0"/>
            </a:endParaRPr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9425993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60240-26D8-4DB8-AA37-2F8E8E94327A}" type="datetimeFigureOut">
              <a:rPr lang="en-IN" smtClean="0"/>
              <a:pPr/>
              <a:t>21-04-2026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3C579-D5CF-438A-8FF1-9C0BC3E8A2F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33064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605DDE71-BC80-4F4D-B385-5050999CD606}" type="datetime1">
              <a:rPr lang="en-US" smtClean="0"/>
              <a:pPr>
                <a:defRPr/>
              </a:pPr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Title 1"/>
          <p:cNvSpPr txBox="1">
            <a:spLocks/>
          </p:cNvSpPr>
          <p:nvPr userDrawn="1"/>
        </p:nvSpPr>
        <p:spPr bwMode="auto">
          <a:xfrm>
            <a:off x="922338" y="115888"/>
            <a:ext cx="8358140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7500"/>
          </a:bodyPr>
          <a:lstStyle/>
          <a:p>
            <a:pPr marL="0" marR="0" lvl="0" indent="0" algn="just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small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badi" panose="020F0502020204030204" pitchFamily="34" charset="0"/>
                <a:ea typeface="+mj-ea"/>
                <a:cs typeface="Times New Roman" panose="02020603050405020304" pitchFamily="18" charset="0"/>
              </a:rPr>
              <a:t> </a:t>
            </a:r>
            <a:endParaRPr kumimoji="0" lang="en-US" sz="4000" b="1" i="0" u="none" strike="noStrike" kern="1200" cap="small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Abadi" panose="020F0502020204030204" pitchFamily="34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7" name="Picture 2" descr="C:\Users\OM\Downloads\naac-sticker.png"/>
          <p:cNvPicPr>
            <a:picLocks noChangeAspect="1" noChangeArrowheads="1"/>
          </p:cNvPicPr>
          <p:nvPr userDrawn="1"/>
        </p:nvPicPr>
        <p:blipFill>
          <a:blip r:embed="rId2"/>
          <a:srcRect b="23807"/>
          <a:stretch>
            <a:fillRect/>
          </a:stretch>
        </p:blipFill>
        <p:spPr bwMode="auto">
          <a:xfrm>
            <a:off x="9662615" y="40945"/>
            <a:ext cx="2515736" cy="6823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260359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60878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01617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04022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43423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13086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19490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187316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023599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781483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697420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92471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21745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9999764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52054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6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8824415" cy="1325563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2F860240-26D8-4DB8-AA37-2F8E8E94327A}" type="datetimeFigureOut">
              <a:rPr lang="en-IN" smtClean="0"/>
              <a:pPr/>
              <a:t>21-04-2026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41D3C579-D5CF-438A-8FF1-9C0BC3E8A2F2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7" name="Picture 2" descr="C:\Users\OM\Downloads\naac-sticker.png"/>
          <p:cNvPicPr>
            <a:picLocks noChangeAspect="1" noChangeArrowheads="1"/>
          </p:cNvPicPr>
          <p:nvPr userDrawn="1"/>
        </p:nvPicPr>
        <p:blipFill>
          <a:blip r:embed="rId17"/>
          <a:srcRect b="23807"/>
          <a:stretch>
            <a:fillRect/>
          </a:stretch>
        </p:blipFill>
        <p:spPr bwMode="auto">
          <a:xfrm>
            <a:off x="9662615" y="40945"/>
            <a:ext cx="2515736" cy="6823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29722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8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4999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</p:sldLayoutIdLs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Slide Number Placeholder 2"/>
          <p:cNvSpPr txBox="1">
            <a:spLocks/>
          </p:cNvSpPr>
          <p:nvPr/>
        </p:nvSpPr>
        <p:spPr bwMode="auto">
          <a:xfrm>
            <a:off x="8763000" y="65087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200" dirty="0">
              <a:solidFill>
                <a:srgbClr val="898989"/>
              </a:solidFill>
              <a:latin typeface="Abadi" panose="020F0502020204030204" pitchFamily="34" charset="0"/>
            </a:endParaRPr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7538" y="5940425"/>
            <a:ext cx="1290637" cy="1157288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D" kern="0" dirty="0">
              <a:solidFill>
                <a:srgbClr val="FFFFFF"/>
              </a:solidFill>
              <a:latin typeface="Abad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7" name="Parallelogram 46"/>
          <p:cNvSpPr/>
          <p:nvPr/>
        </p:nvSpPr>
        <p:spPr>
          <a:xfrm flipH="1" flipV="1">
            <a:off x="188446" y="0"/>
            <a:ext cx="3376613" cy="4232275"/>
          </a:xfrm>
          <a:custGeom>
            <a:avLst/>
            <a:gdLst>
              <a:gd name="connsiteX0" fmla="*/ 0 w 3233057"/>
              <a:gd name="connsiteY0" fmla="*/ 1769485 h 1769485"/>
              <a:gd name="connsiteX1" fmla="*/ 1332599 w 3233057"/>
              <a:gd name="connsiteY1" fmla="*/ 0 h 1769485"/>
              <a:gd name="connsiteX2" fmla="*/ 3233057 w 3233057"/>
              <a:gd name="connsiteY2" fmla="*/ 0 h 1769485"/>
              <a:gd name="connsiteX3" fmla="*/ 1900458 w 3233057"/>
              <a:gd name="connsiteY3" fmla="*/ 1769485 h 1769485"/>
              <a:gd name="connsiteX4" fmla="*/ 0 w 3233057"/>
              <a:gd name="connsiteY4" fmla="*/ 1769485 h 1769485"/>
              <a:gd name="connsiteX0" fmla="*/ 0 w 3233057"/>
              <a:gd name="connsiteY0" fmla="*/ 3426835 h 3426835"/>
              <a:gd name="connsiteX1" fmla="*/ 3066149 w 3233057"/>
              <a:gd name="connsiteY1" fmla="*/ 0 h 3426835"/>
              <a:gd name="connsiteX2" fmla="*/ 3233057 w 3233057"/>
              <a:gd name="connsiteY2" fmla="*/ 1657350 h 3426835"/>
              <a:gd name="connsiteX3" fmla="*/ 1900458 w 3233057"/>
              <a:gd name="connsiteY3" fmla="*/ 3426835 h 3426835"/>
              <a:gd name="connsiteX4" fmla="*/ 0 w 3233057"/>
              <a:gd name="connsiteY4" fmla="*/ 3426835 h 3426835"/>
              <a:gd name="connsiteX0" fmla="*/ 0 w 3080657"/>
              <a:gd name="connsiteY0" fmla="*/ 3426835 h 3426835"/>
              <a:gd name="connsiteX1" fmla="*/ 3066149 w 3080657"/>
              <a:gd name="connsiteY1" fmla="*/ 0 h 3426835"/>
              <a:gd name="connsiteX2" fmla="*/ 3080657 w 3080657"/>
              <a:gd name="connsiteY2" fmla="*/ 1879600 h 3426835"/>
              <a:gd name="connsiteX3" fmla="*/ 1900458 w 3080657"/>
              <a:gd name="connsiteY3" fmla="*/ 3426835 h 3426835"/>
              <a:gd name="connsiteX4" fmla="*/ 0 w 3080657"/>
              <a:gd name="connsiteY4" fmla="*/ 3426835 h 3426835"/>
              <a:gd name="connsiteX0" fmla="*/ 0 w 3080657"/>
              <a:gd name="connsiteY0" fmla="*/ 3718935 h 3718935"/>
              <a:gd name="connsiteX1" fmla="*/ 3066149 w 3080657"/>
              <a:gd name="connsiteY1" fmla="*/ 0 h 3718935"/>
              <a:gd name="connsiteX2" fmla="*/ 3080657 w 3080657"/>
              <a:gd name="connsiteY2" fmla="*/ 2171700 h 3718935"/>
              <a:gd name="connsiteX3" fmla="*/ 1900458 w 3080657"/>
              <a:gd name="connsiteY3" fmla="*/ 3718935 h 3718935"/>
              <a:gd name="connsiteX4" fmla="*/ 0 w 3080657"/>
              <a:gd name="connsiteY4" fmla="*/ 3718935 h 3718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80657" h="3718935">
                <a:moveTo>
                  <a:pt x="0" y="3718935"/>
                </a:moveTo>
                <a:lnTo>
                  <a:pt x="3066149" y="0"/>
                </a:lnTo>
                <a:lnTo>
                  <a:pt x="3080657" y="2171700"/>
                </a:lnTo>
                <a:lnTo>
                  <a:pt x="1900458" y="3718935"/>
                </a:lnTo>
                <a:lnTo>
                  <a:pt x="0" y="3718935"/>
                </a:lnTo>
                <a:close/>
              </a:path>
            </a:pathLst>
          </a:custGeom>
          <a:solidFill>
            <a:schemeClr val="bg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  <a:latin typeface="Abad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396" name="Slide Number Placeholder 1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9A08A369-7120-4914-9A82-0F5254793A04}" type="slidenum">
              <a:rPr lang="en-US" altLang="en-US" sz="1200" smtClean="0">
                <a:solidFill>
                  <a:srgbClr val="002060"/>
                </a:solidFill>
                <a:latin typeface="Abadi" panose="020F0502020204030204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1</a:t>
            </a:fld>
            <a:endParaRPr lang="en-US" altLang="en-US" sz="1200" dirty="0">
              <a:solidFill>
                <a:srgbClr val="002060"/>
              </a:solidFill>
              <a:latin typeface="Abadi" panose="020F050202020403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5262" y="1241564"/>
            <a:ext cx="625067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bg1">
                    <a:lumMod val="95000"/>
                  </a:schemeClr>
                </a:solidFill>
                <a:latin typeface="Abadi" panose="020F0502020204030204" pitchFamily="34" charset="0"/>
                <a:cs typeface="Times New Roman" panose="02020603050405020304" pitchFamily="18" charset="0"/>
              </a:rPr>
              <a:t>An Overview </a:t>
            </a:r>
          </a:p>
          <a:p>
            <a:pPr algn="ctr"/>
            <a:r>
              <a:rPr lang="en-US" sz="7200" b="1" dirty="0">
                <a:solidFill>
                  <a:schemeClr val="bg1">
                    <a:lumMod val="95000"/>
                  </a:schemeClr>
                </a:solidFill>
                <a:latin typeface="Abadi" panose="020F0502020204030204" pitchFamily="34" charset="0"/>
                <a:cs typeface="Times New Roman" panose="02020603050405020304" pitchFamily="18" charset="0"/>
              </a:rPr>
              <a:t>of Computing </a:t>
            </a:r>
          </a:p>
          <a:p>
            <a:pPr algn="ctr"/>
            <a:r>
              <a:rPr lang="en-US" sz="7200" b="1" dirty="0">
                <a:solidFill>
                  <a:schemeClr val="bg1">
                    <a:lumMod val="95000"/>
                  </a:schemeClr>
                </a:solidFill>
                <a:latin typeface="Abadi" panose="020F0502020204030204" pitchFamily="34" charset="0"/>
                <a:cs typeface="Times New Roman" panose="02020603050405020304" pitchFamily="18" charset="0"/>
              </a:rPr>
              <a:t>&amp; </a:t>
            </a:r>
          </a:p>
          <a:p>
            <a:pPr algn="ctr"/>
            <a:r>
              <a:rPr lang="en-US" sz="7200" b="1" dirty="0">
                <a:solidFill>
                  <a:schemeClr val="bg1">
                    <a:lumMod val="95000"/>
                  </a:schemeClr>
                </a:solidFill>
                <a:latin typeface="Abadi" panose="020F0502020204030204" pitchFamily="34" charset="0"/>
                <a:cs typeface="Times New Roman" panose="02020603050405020304" pitchFamily="18" charset="0"/>
              </a:rPr>
              <a:t>Career Planning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188446" y="1040509"/>
            <a:ext cx="11736076" cy="49552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b="1" dirty="0">
                <a:latin typeface="Abadi" panose="020F0502020204030204" pitchFamily="34" charset="0"/>
                <a:ea typeface="Karla" pitchFamily="2" charset="0"/>
                <a:cs typeface="Times New Roman" panose="02020603050405020304" pitchFamily="18" charset="0"/>
              </a:rPr>
              <a:t>UNIVERSITY INSTITUTE OF COMPUTING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Abad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Bachelors of Computer Applications/Science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Abad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Project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Abad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23CAP-352</a:t>
            </a:r>
            <a:endParaRPr lang="en-US" sz="2400" dirty="0">
              <a:latin typeface="Abad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Abadi" panose="020F0502020204030204" pitchFamily="34" charset="0"/>
                <a:cs typeface="Times New Roman" panose="02020603050405020304" pitchFamily="18" charset="0"/>
              </a:rPr>
              <a:t>HOSPITAL MANAGEMENT SYSTEM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Abadi" panose="020F0502020204030204" pitchFamily="34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Abadi" panose="020F0502020204030204" pitchFamily="34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Abad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eaLnBrk="1" hangingPunct="1"/>
            <a:endParaRPr lang="en-US" sz="1600" dirty="0">
              <a:latin typeface="Abad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347916" y="5937897"/>
            <a:ext cx="5161633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600" dirty="0">
              <a:latin typeface="Abad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6832521" y="5893555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Abadi" panose="020F0502020204030204" pitchFamily="34" charset="0"/>
                <a:ea typeface="Karla" pitchFamily="2" charset="0"/>
                <a:cs typeface="Times New Roman" panose="02020603050405020304" pitchFamily="18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Abadi" panose="020F0502020204030204" pitchFamily="34" charset="0"/>
                <a:ea typeface="Karla" pitchFamily="2" charset="0"/>
                <a:cs typeface="Times New Roman" panose="02020603050405020304" pitchFamily="18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Abadi" panose="020F0502020204030204" pitchFamily="34" charset="0"/>
                <a:ea typeface="Karla" pitchFamily="2" charset="0"/>
                <a:cs typeface="Times New Roman" panose="02020603050405020304" pitchFamily="18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Abadi" panose="020F0502020204030204" pitchFamily="34" charset="0"/>
              <a:cs typeface="Times New Roman" panose="02020603050405020304" pitchFamily="18" charset="0"/>
            </a:endParaRPr>
          </a:p>
          <a:p>
            <a:pPr eaLnBrk="1" hangingPunct="1"/>
            <a:endParaRPr lang="en-US" sz="1600" b="1" dirty="0">
              <a:latin typeface="Abad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AC6503-B7E7-4927-B0D0-C9C17663CD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412" y="4756036"/>
            <a:ext cx="5161633" cy="929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b="1" dirty="0">
                <a:solidFill>
                  <a:prstClr val="black">
                    <a:lumMod val="85000"/>
                    <a:lumOff val="15000"/>
                  </a:prstClr>
                </a:solidFill>
                <a:latin typeface="Abadi" panose="020F0502020204030204" pitchFamily="34" charset="0"/>
                <a:cs typeface="Times New Roman" panose="02020603050405020304" pitchFamily="18" charset="0"/>
              </a:rPr>
              <a:t>Student Name: Simranjeet Singh</a:t>
            </a:r>
          </a:p>
          <a:p>
            <a:pPr lvl="0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b="1" dirty="0">
                <a:solidFill>
                  <a:prstClr val="black">
                    <a:lumMod val="85000"/>
                    <a:lumOff val="15000"/>
                  </a:prstClr>
                </a:solidFill>
                <a:latin typeface="Abadi" panose="020F0502020204030204" pitchFamily="34" charset="0"/>
                <a:cs typeface="Times New Roman" panose="02020603050405020304" pitchFamily="18" charset="0"/>
              </a:rPr>
              <a:t>UID: 23BCA10284</a:t>
            </a:r>
          </a:p>
          <a:p>
            <a:pPr lvl="0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b="1" dirty="0">
                <a:solidFill>
                  <a:prstClr val="black">
                    <a:lumMod val="85000"/>
                    <a:lumOff val="15000"/>
                  </a:prstClr>
                </a:solidFill>
                <a:latin typeface="Abadi" panose="020F0502020204030204" pitchFamily="34" charset="0"/>
                <a:cs typeface="Times New Roman" panose="02020603050405020304" pitchFamily="18" charset="0"/>
              </a:rPr>
              <a:t>Section/Group: 23BCA-6 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FB0B73-2DDC-45F8-ACEC-D6B6541E82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2521" y="4756036"/>
            <a:ext cx="5161633" cy="929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b="1" dirty="0">
                <a:solidFill>
                  <a:prstClr val="black">
                    <a:lumMod val="85000"/>
                    <a:lumOff val="15000"/>
                  </a:prstClr>
                </a:solidFill>
                <a:latin typeface="Abadi" panose="020F0502020204030204" pitchFamily="34" charset="0"/>
                <a:cs typeface="Times New Roman" panose="02020603050405020304" pitchFamily="18" charset="0"/>
              </a:rPr>
              <a:t>Supervisor Name: Mr. Ravinder Singh</a:t>
            </a:r>
          </a:p>
          <a:p>
            <a:pPr lvl="0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b="1" dirty="0">
                <a:solidFill>
                  <a:prstClr val="black">
                    <a:lumMod val="85000"/>
                    <a:lumOff val="15000"/>
                  </a:prstClr>
                </a:solidFill>
                <a:latin typeface="Abadi" panose="020F0502020204030204" pitchFamily="34" charset="0"/>
                <a:cs typeface="Times New Roman" panose="02020603050405020304" pitchFamily="18" charset="0"/>
              </a:rPr>
              <a:t>Employee Code:</a:t>
            </a:r>
          </a:p>
          <a:p>
            <a:pPr lvl="0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b="1" dirty="0">
                <a:solidFill>
                  <a:prstClr val="black">
                    <a:lumMod val="85000"/>
                    <a:lumOff val="15000"/>
                  </a:prstClr>
                </a:solidFill>
                <a:latin typeface="Abadi" panose="020F0502020204030204" pitchFamily="34" charset="0"/>
                <a:cs typeface="Times New Roman" panose="02020603050405020304" pitchFamily="18" charset="0"/>
              </a:rPr>
              <a:t>Designation: </a:t>
            </a:r>
          </a:p>
        </p:txBody>
      </p:sp>
    </p:spTree>
    <p:extLst>
      <p:ext uri="{BB962C8B-B14F-4D97-AF65-F5344CB8AC3E}">
        <p14:creationId xmlns:p14="http://schemas.microsoft.com/office/powerpoint/2010/main" val="922020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022734-A699-7262-C8A3-5E6F47DBC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963" y="1228724"/>
            <a:ext cx="11352627" cy="5340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84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44F3080-A695-C17F-D06B-C1EE456DEC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3262" y="773723"/>
            <a:ext cx="11049532" cy="5852160"/>
          </a:xfrm>
          <a:prstGeom prst="rect">
            <a:avLst/>
          </a:prstGeom>
          <a:ln>
            <a:solidFill>
              <a:prstClr val="black">
                <a:lumMod val="95000"/>
                <a:lumOff val="5000"/>
              </a:prstClr>
            </a:solidFill>
          </a:ln>
        </p:spPr>
      </p:pic>
    </p:spTree>
    <p:extLst>
      <p:ext uri="{BB962C8B-B14F-4D97-AF65-F5344CB8AC3E}">
        <p14:creationId xmlns:p14="http://schemas.microsoft.com/office/powerpoint/2010/main" val="473103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F93031-F479-43DF-71E6-FE2973F71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348" y="984739"/>
            <a:ext cx="10424746" cy="5472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649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F88C53-9867-132A-C39B-BF1AABFCF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993" y="858129"/>
            <a:ext cx="10818055" cy="5528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025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E9CA31-46DE-53F4-8FB8-CDA748A2E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370" y="1252025"/>
            <a:ext cx="11197882" cy="5205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078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E6D8D8-5CCD-7FE6-9135-09102A9240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858" y="844062"/>
            <a:ext cx="10846191" cy="5613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212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90C53A-73B3-5B05-0BD5-714EA43AA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654" y="1042987"/>
            <a:ext cx="10944665" cy="552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35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FB4071-BA3A-E580-8DB9-B9B26B7A8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857" y="618979"/>
            <a:ext cx="10846191" cy="6063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47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54516983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4A9A8516-9EAC-49C5-A758-47C938E4E810}" vid="{5DBAC271-29B9-4910-AA8E-68B6400F28BB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11468</TotalTime>
  <Words>59</Words>
  <Application>Microsoft Office PowerPoint</Application>
  <PresentationFormat>Widescreen</PresentationFormat>
  <Paragraphs>22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Abadi</vt:lpstr>
      <vt:lpstr>Arial</vt:lpstr>
      <vt:lpstr>Calibri Light</vt:lpstr>
      <vt:lpstr>Casper</vt:lpstr>
      <vt:lpstr>Times New Roman</vt:lpstr>
      <vt:lpstr>Theme1</vt:lpstr>
      <vt:lpstr>Contents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vishalsharma21287@outlook.com</dc:creator>
  <cp:lastModifiedBy>Simar singh</cp:lastModifiedBy>
  <cp:revision>155</cp:revision>
  <dcterms:created xsi:type="dcterms:W3CDTF">2019-05-30T06:53:22Z</dcterms:created>
  <dcterms:modified xsi:type="dcterms:W3CDTF">2026-04-20T22:17:29Z</dcterms:modified>
</cp:coreProperties>
</file>